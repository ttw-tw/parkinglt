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4BB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152" autoAdjust="0"/>
    <p:restoredTop sz="94660"/>
  </p:normalViewPr>
  <p:slideViewPr>
    <p:cSldViewPr snapToGrid="0">
      <p:cViewPr>
        <p:scale>
          <a:sx n="125" d="100"/>
          <a:sy n="125" d="100"/>
        </p:scale>
        <p:origin x="62" y="-194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A1FFDD4-82F1-4679-97E4-E377BBD554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C146874-3505-4F8A-AA90-C3D02D3472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5D8580F-4A2C-4221-B6E1-C16C182F6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F7CC3DC-613B-4B7D-B2D8-A6FE6396E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ABCC0CB-1A64-4FFC-9527-CC7F750DC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493365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A4AB0C0-2ACF-4E52-A2BA-DD1D27E7E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E8AB46F-6DAB-4F05-B79E-FE8A093EC8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56B895C-AF34-4C84-A099-9438307C62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D896E7B-5D2A-428C-AD6C-F35CD66C9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C318782-0932-4C23-AF70-1A6BBCCA0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32555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AD2D648-A4B7-49F0-ACC8-06F512A97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8D0C1C7-42EC-4497-A3AC-93CEFC06CD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DAEB15D-A4B4-4323-AC66-955C911E6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ABB0381-6E8B-4A91-8512-32A3660C0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3177D70-9990-41BC-851F-67FA50B7E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1740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3B7F78-1FB9-4622-8828-433C78C0B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3238502-AD0B-472A-85A9-4E2B0D12EA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CA244E2-C1EB-42D9-95DA-DB17452DA5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1B5928D-C9BF-412F-B91F-36207694D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DAC24CD-B7BB-4DAF-8B01-61E953F06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EEA61BD6-A20A-440B-8E3B-5B0517B01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104336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270D22-07DC-457E-994B-947B1EB30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6C85BEC-FA66-4E1D-B55E-197AE21D4F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37920D7-8125-466D-80DE-91544C05EB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C98456D-7A58-4940-AD63-737F5EE195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4624EC16-97F0-4719-A8EE-9AE7A9D04F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0136E322-250A-408D-81D7-A6916A0117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A5B68E33-1076-4394-955C-E6CD2B3A1D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9CC36D89-6D5E-43E3-BBAE-53306C05B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79364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ABE581-E853-4BA2-B778-E57AF3B08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90EFE2D6-B1F1-4D8B-9400-0DC365BEB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F9FBD526-521E-4FDD-9EB9-DD629F797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1E7DD36-F41D-4CD3-98DD-64B21D686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24849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0D76508B-530A-4A93-AD12-EFBF1D892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8896519D-E327-4B02-8AFE-851B8CF84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F9978F-F7D2-4C6B-BF14-C9FBA15A8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8982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7E384E1-2C2F-4F2B-8D93-CF42A69E9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308DCF-5081-4C02-832A-46694B2E68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14F4F696-884E-4D79-A9BE-1C07BEA5CD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B739D37-4607-4273-81CF-3BD58047A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7D0E5BCF-1911-4897-836E-F007A67F3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863B081-4375-4E16-B5CD-D9052E314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1427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2AEF7C-33CB-4BB9-B645-9E8C1A1CE9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E7490C2D-6EE6-4F34-B77E-D4A1A73C70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B4E54F59-96EE-47FF-9484-2E6063D09C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454031D-045D-480D-8705-91497F1E92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406162C-452C-4FC1-AFAF-E610631BE9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AF9DC18-8891-41B4-A2F5-2D154BB2C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46726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72686FF-4F41-4678-A4A1-14D39E0BED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AD4DFFE-12F2-4B4E-AEF2-C0526DC0A8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06EB278-87BD-40E8-AF54-47FBA6389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35209CC-B325-4AED-A0C5-14A046A5A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4D3AFCC-7B3F-4B85-B37E-9F7F1F9F2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27593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5D6D77D2-94D9-4CDF-A86C-9B10740DC17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26C3DFF7-3364-440C-8315-C8758E0122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A832BB3-8AEE-4CB4-8C8A-3281CAD28E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652CDB8-70BA-494F-9C85-4547B2ED3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C670198-C486-4AE4-86DF-D3D6E5DEA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460085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F0D90920-AC73-4369-8F5C-86733F98B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8BF6B62-8D9A-4429-ABC0-16D1E7BA20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FF4C893-E28E-411E-9AD9-3CB8410AFF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0754011-1205-4058-BE76-8912CA9D46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348FDDB-74F3-4582-A18E-1DEF89D0A9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933330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hyperlink" Target="https://tp.e-land.gov.tw/ATIS?Parking=ShowParkingTab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parkboss.tw/map/yilan-county" TargetMode="Externa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9B4CFCA-3F45-4582-B8F8-8E71CC605D9A}"/>
              </a:ext>
            </a:extLst>
          </p:cNvPr>
          <p:cNvSpPr/>
          <p:nvPr/>
        </p:nvSpPr>
        <p:spPr>
          <a:xfrm>
            <a:off x="2069960" y="180871"/>
            <a:ext cx="4026040" cy="63304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zh-TW" altLang="en-US" sz="1600" b="0" dirty="0">
              <a:solidFill>
                <a:schemeClr val="tx1"/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心形 4">
            <a:extLst>
              <a:ext uri="{FF2B5EF4-FFF2-40B4-BE49-F238E27FC236}">
                <a16:creationId xmlns:a16="http://schemas.microsoft.com/office/drawing/2014/main" id="{86CC08AD-9107-49BC-AC76-C5667413B697}"/>
              </a:ext>
            </a:extLst>
          </p:cNvPr>
          <p:cNvSpPr/>
          <p:nvPr/>
        </p:nvSpPr>
        <p:spPr>
          <a:xfrm>
            <a:off x="2222864" y="353173"/>
            <a:ext cx="222068" cy="222068"/>
          </a:xfrm>
          <a:prstGeom prst="hear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2D7C5900-9620-4CF5-9316-113C42D3DD27}"/>
              </a:ext>
            </a:extLst>
          </p:cNvPr>
          <p:cNvSpPr txBox="1"/>
          <p:nvPr/>
        </p:nvSpPr>
        <p:spPr>
          <a:xfrm>
            <a:off x="2444932" y="325707"/>
            <a:ext cx="34163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午安，出門前記得關瓦斯，帶手機、鑰匙和錢包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9E2DFEC-60BC-44AE-AA82-319A30F17DFD}"/>
              </a:ext>
            </a:extLst>
          </p:cNvPr>
          <p:cNvSpPr txBox="1"/>
          <p:nvPr/>
        </p:nvSpPr>
        <p:spPr>
          <a:xfrm>
            <a:off x="2166258" y="757209"/>
            <a:ext cx="262781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資料更新時間：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2026-05-01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23:50:52</a:t>
            </a:r>
            <a:endParaRPr lang="zh-TW" altLang="en-US" sz="11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462DC8E8-1CB4-48CF-BEAE-2E08FD574CF9}"/>
              </a:ext>
            </a:extLst>
          </p:cNvPr>
          <p:cNvSpPr/>
          <p:nvPr/>
        </p:nvSpPr>
        <p:spPr>
          <a:xfrm>
            <a:off x="4972594" y="801124"/>
            <a:ext cx="888658" cy="22206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更新資料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9EAD342F-0599-4991-AB7B-ED223C7F815A}"/>
              </a:ext>
            </a:extLst>
          </p:cNvPr>
          <p:cNvSpPr txBox="1"/>
          <p:nvPr/>
        </p:nvSpPr>
        <p:spPr>
          <a:xfrm>
            <a:off x="2166258" y="1069982"/>
            <a:ext cx="262781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常用地點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E40F250B-9FB2-4172-88E9-DBD52E5D6048}"/>
              </a:ext>
            </a:extLst>
          </p:cNvPr>
          <p:cNvSpPr/>
          <p:nvPr/>
        </p:nvSpPr>
        <p:spPr>
          <a:xfrm>
            <a:off x="2268583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首都羅東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6DA52E17-09D1-41C5-8E15-68AA1B8E7191}"/>
              </a:ext>
            </a:extLst>
          </p:cNvPr>
          <p:cNvSpPr/>
          <p:nvPr/>
        </p:nvSpPr>
        <p:spPr>
          <a:xfrm>
            <a:off x="3157241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公正國小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58407369-ABBD-470B-83B5-E9811ED27FB4}"/>
              </a:ext>
            </a:extLst>
          </p:cNvPr>
          <p:cNvSpPr/>
          <p:nvPr/>
        </p:nvSpPr>
        <p:spPr>
          <a:xfrm>
            <a:off x="4045899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前站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6CF9B622-2BDD-4F3C-8E15-0412977B36E6}"/>
              </a:ext>
            </a:extLst>
          </p:cNvPr>
          <p:cNvSpPr/>
          <p:nvPr/>
        </p:nvSpPr>
        <p:spPr>
          <a:xfrm>
            <a:off x="4934557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後站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DD5685C1-F2ED-4072-ABAC-7FEF83714D91}"/>
              </a:ext>
            </a:extLst>
          </p:cNvPr>
          <p:cNvSpPr txBox="1"/>
          <p:nvPr/>
        </p:nvSpPr>
        <p:spPr>
          <a:xfrm>
            <a:off x="3188500" y="1959055"/>
            <a:ext cx="183598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Times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新羅東轉運站</a:t>
            </a:r>
          </a:p>
        </p:txBody>
      </p:sp>
      <p:sp>
        <p:nvSpPr>
          <p:cNvPr id="16" name="等腰三角形 15">
            <a:extLst>
              <a:ext uri="{FF2B5EF4-FFF2-40B4-BE49-F238E27FC236}">
                <a16:creationId xmlns:a16="http://schemas.microsoft.com/office/drawing/2014/main" id="{4BD46092-6604-4817-9436-D3780D628EAD}"/>
              </a:ext>
            </a:extLst>
          </p:cNvPr>
          <p:cNvSpPr/>
          <p:nvPr/>
        </p:nvSpPr>
        <p:spPr>
          <a:xfrm rot="16200000">
            <a:off x="2888630" y="2019102"/>
            <a:ext cx="169294" cy="145943"/>
          </a:xfrm>
          <a:prstGeom prst="triangle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等腰三角形 16">
            <a:extLst>
              <a:ext uri="{FF2B5EF4-FFF2-40B4-BE49-F238E27FC236}">
                <a16:creationId xmlns:a16="http://schemas.microsoft.com/office/drawing/2014/main" id="{842E01F5-56EB-4331-A540-4C7989E585AE}"/>
              </a:ext>
            </a:extLst>
          </p:cNvPr>
          <p:cNvSpPr/>
          <p:nvPr/>
        </p:nvSpPr>
        <p:spPr>
          <a:xfrm rot="12600000">
            <a:off x="5052711" y="2039973"/>
            <a:ext cx="169294" cy="145943"/>
          </a:xfrm>
          <a:prstGeom prst="triangle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C270A2DD-3F7B-4509-8586-673DAE42BB84}"/>
              </a:ext>
            </a:extLst>
          </p:cNvPr>
          <p:cNvSpPr/>
          <p:nvPr/>
        </p:nvSpPr>
        <p:spPr>
          <a:xfrm>
            <a:off x="2222864" y="2478750"/>
            <a:ext cx="3638388" cy="813035"/>
          </a:xfrm>
          <a:prstGeom prst="roundRect">
            <a:avLst>
              <a:gd name="adj" fmla="val 10240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1200"/>
              </a:spcAft>
            </a:pPr>
            <a:r>
              <a:rPr lang="zh-TW" altLang="en-US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剩餘車位：                           個， 總共車位：                      個</a:t>
            </a:r>
            <a:endParaRPr lang="en-US" altLang="zh-TW" sz="10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spcAft>
                <a:spcPts val="1200"/>
              </a:spcAft>
            </a:pPr>
            <a:r>
              <a:rPr lang="zh-TW" altLang="en-US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鄰近地址：宜蘭縣羅東鎮</a:t>
            </a:r>
            <a:r>
              <a:rPr lang="en-US" altLang="zh-TW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xx</a:t>
            </a:r>
            <a:r>
              <a:rPr lang="zh-TW" altLang="en-US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路</a:t>
            </a:r>
            <a:r>
              <a:rPr lang="en-US" altLang="zh-TW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xx</a:t>
            </a:r>
            <a:r>
              <a:rPr lang="zh-TW" altLang="en-US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號      </a:t>
            </a:r>
            <a:r>
              <a:rPr lang="en-US" altLang="zh-TW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(Google </a:t>
            </a:r>
            <a:r>
              <a:rPr lang="zh-TW" altLang="en-US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導航       </a:t>
            </a:r>
            <a:r>
              <a:rPr lang="en-US" altLang="zh-TW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endParaRPr lang="zh-TW" altLang="en-US" sz="10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026" name="Picture 2" descr="Free Location Icon, Symbol. Download in SVG &amp; PNG Formats.">
            <a:extLst>
              <a:ext uri="{FF2B5EF4-FFF2-40B4-BE49-F238E27FC236}">
                <a16:creationId xmlns:a16="http://schemas.microsoft.com/office/drawing/2014/main" id="{551DAB19-D2CD-4946-8047-ED4F0B3D6B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5269" y="2939040"/>
            <a:ext cx="202091" cy="202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文字方塊 19">
            <a:extLst>
              <a:ext uri="{FF2B5EF4-FFF2-40B4-BE49-F238E27FC236}">
                <a16:creationId xmlns:a16="http://schemas.microsoft.com/office/drawing/2014/main" id="{7F5C8FEE-8DA9-4711-95DE-8E5C7E7D925F}"/>
              </a:ext>
            </a:extLst>
          </p:cNvPr>
          <p:cNvSpPr txBox="1"/>
          <p:nvPr/>
        </p:nvSpPr>
        <p:spPr>
          <a:xfrm>
            <a:off x="5137358" y="2577490"/>
            <a:ext cx="4995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498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E254ECC2-E24A-49D5-B30A-F53794C580C3}"/>
              </a:ext>
            </a:extLst>
          </p:cNvPr>
          <p:cNvSpPr txBox="1"/>
          <p:nvPr/>
        </p:nvSpPr>
        <p:spPr>
          <a:xfrm>
            <a:off x="3252651" y="2577490"/>
            <a:ext cx="5987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278</a:t>
            </a:r>
            <a:endParaRPr lang="zh-TW" altLang="en-US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3B9AFB20-08E2-4D1E-9E36-7DE6481F41A1}"/>
              </a:ext>
            </a:extLst>
          </p:cNvPr>
          <p:cNvSpPr/>
          <p:nvPr/>
        </p:nvSpPr>
        <p:spPr>
          <a:xfrm>
            <a:off x="2235221" y="3618616"/>
            <a:ext cx="3621355" cy="2763702"/>
          </a:xfrm>
          <a:prstGeom prst="roundRect">
            <a:avLst>
              <a:gd name="adj" fmla="val 0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23" name="Picture 2" descr="Free Location Icon, Symbol. Download in SVG &amp; PNG Formats.">
            <a:extLst>
              <a:ext uri="{FF2B5EF4-FFF2-40B4-BE49-F238E27FC236}">
                <a16:creationId xmlns:a16="http://schemas.microsoft.com/office/drawing/2014/main" id="{9634E67F-AF17-4C3A-9A5B-7D58692F1C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8982" y="4407025"/>
            <a:ext cx="494533" cy="49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Free Location Icon, Symbol. Download in SVG &amp; PNG Formats.">
            <a:extLst>
              <a:ext uri="{FF2B5EF4-FFF2-40B4-BE49-F238E27FC236}">
                <a16:creationId xmlns:a16="http://schemas.microsoft.com/office/drawing/2014/main" id="{E1D0F38B-2609-4C8D-9B4B-3F8BCF3693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8559" y="5000467"/>
            <a:ext cx="494533" cy="49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" descr="Free Location Icon, Symbol. Download in SVG &amp; PNG Formats.">
            <a:extLst>
              <a:ext uri="{FF2B5EF4-FFF2-40B4-BE49-F238E27FC236}">
                <a16:creationId xmlns:a16="http://schemas.microsoft.com/office/drawing/2014/main" id="{CF1B5A6C-A501-4F73-8A9D-1B1D5B4C70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4557" y="4676871"/>
            <a:ext cx="494533" cy="49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771335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9B4CFCA-3F45-4582-B8F8-8E71CC605D9A}"/>
              </a:ext>
            </a:extLst>
          </p:cNvPr>
          <p:cNvSpPr/>
          <p:nvPr/>
        </p:nvSpPr>
        <p:spPr>
          <a:xfrm>
            <a:off x="2069960" y="180871"/>
            <a:ext cx="4026040" cy="633046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zh-TW" altLang="en-US" sz="1600" b="0" dirty="0">
              <a:solidFill>
                <a:schemeClr val="tx1"/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2D7C5900-9620-4CF5-9316-113C42D3DD27}"/>
              </a:ext>
            </a:extLst>
          </p:cNvPr>
          <p:cNvSpPr txBox="1"/>
          <p:nvPr/>
        </p:nvSpPr>
        <p:spPr>
          <a:xfrm>
            <a:off x="2532983" y="361682"/>
            <a:ext cx="314701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100" i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午安，出門前記得關瓦斯，帶手機、鑰匙和錢包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9E2DFEC-60BC-44AE-AA82-319A30F17DFD}"/>
              </a:ext>
            </a:extLst>
          </p:cNvPr>
          <p:cNvSpPr txBox="1"/>
          <p:nvPr/>
        </p:nvSpPr>
        <p:spPr>
          <a:xfrm>
            <a:off x="2166258" y="757209"/>
            <a:ext cx="262781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資料更新時間：</a:t>
            </a:r>
            <a:r>
              <a:rPr lang="en-US" altLang="zh-TW" sz="11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2026-05-01</a:t>
            </a:r>
            <a:r>
              <a:rPr lang="zh-TW" altLang="en-US" sz="11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1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23:50:52</a:t>
            </a:r>
            <a:endParaRPr lang="zh-TW" altLang="en-US" sz="11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462DC8E8-1CB4-48CF-BEAE-2E08FD574CF9}"/>
              </a:ext>
            </a:extLst>
          </p:cNvPr>
          <p:cNvSpPr/>
          <p:nvPr/>
        </p:nvSpPr>
        <p:spPr>
          <a:xfrm>
            <a:off x="4972594" y="801124"/>
            <a:ext cx="888658" cy="222068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更新資料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9EAD342F-0599-4991-AB7B-ED223C7F815A}"/>
              </a:ext>
            </a:extLst>
          </p:cNvPr>
          <p:cNvSpPr txBox="1"/>
          <p:nvPr/>
        </p:nvSpPr>
        <p:spPr>
          <a:xfrm>
            <a:off x="2166258" y="1069982"/>
            <a:ext cx="262781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常用地點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E40F250B-9FB2-4172-88E9-DBD52E5D6048}"/>
              </a:ext>
            </a:extLst>
          </p:cNvPr>
          <p:cNvSpPr/>
          <p:nvPr/>
        </p:nvSpPr>
        <p:spPr>
          <a:xfrm>
            <a:off x="2268583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首都羅東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6DA52E17-09D1-41C5-8E15-68AA1B8E7191}"/>
              </a:ext>
            </a:extLst>
          </p:cNvPr>
          <p:cNvSpPr/>
          <p:nvPr/>
        </p:nvSpPr>
        <p:spPr>
          <a:xfrm>
            <a:off x="3157241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公正國小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58407369-ABBD-470B-83B5-E9811ED27FB4}"/>
              </a:ext>
            </a:extLst>
          </p:cNvPr>
          <p:cNvSpPr/>
          <p:nvPr/>
        </p:nvSpPr>
        <p:spPr>
          <a:xfrm>
            <a:off x="4045899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前站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6CF9B622-2BDD-4F3C-8E15-0412977B36E6}"/>
              </a:ext>
            </a:extLst>
          </p:cNvPr>
          <p:cNvSpPr/>
          <p:nvPr/>
        </p:nvSpPr>
        <p:spPr>
          <a:xfrm>
            <a:off x="4934557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後站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DD5685C1-F2ED-4072-ABAC-7FEF83714D91}"/>
              </a:ext>
            </a:extLst>
          </p:cNvPr>
          <p:cNvSpPr txBox="1"/>
          <p:nvPr/>
        </p:nvSpPr>
        <p:spPr>
          <a:xfrm>
            <a:off x="3188500" y="1959055"/>
            <a:ext cx="183598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Times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新羅東轉運站</a:t>
            </a:r>
          </a:p>
        </p:txBody>
      </p:sp>
      <p:sp>
        <p:nvSpPr>
          <p:cNvPr id="16" name="等腰三角形 15">
            <a:extLst>
              <a:ext uri="{FF2B5EF4-FFF2-40B4-BE49-F238E27FC236}">
                <a16:creationId xmlns:a16="http://schemas.microsoft.com/office/drawing/2014/main" id="{4BD46092-6604-4817-9436-D3780D628EAD}"/>
              </a:ext>
            </a:extLst>
          </p:cNvPr>
          <p:cNvSpPr/>
          <p:nvPr/>
        </p:nvSpPr>
        <p:spPr>
          <a:xfrm rot="16200000">
            <a:off x="2888630" y="2019102"/>
            <a:ext cx="169294" cy="145943"/>
          </a:xfrm>
          <a:prstGeom prst="triangle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等腰三角形 16">
            <a:extLst>
              <a:ext uri="{FF2B5EF4-FFF2-40B4-BE49-F238E27FC236}">
                <a16:creationId xmlns:a16="http://schemas.microsoft.com/office/drawing/2014/main" id="{842E01F5-56EB-4331-A540-4C7989E585AE}"/>
              </a:ext>
            </a:extLst>
          </p:cNvPr>
          <p:cNvSpPr/>
          <p:nvPr/>
        </p:nvSpPr>
        <p:spPr>
          <a:xfrm rot="12600000">
            <a:off x="5052711" y="2039973"/>
            <a:ext cx="169294" cy="145943"/>
          </a:xfrm>
          <a:prstGeom prst="triangle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C270A2DD-3F7B-4509-8586-673DAE42BB84}"/>
              </a:ext>
            </a:extLst>
          </p:cNvPr>
          <p:cNvSpPr/>
          <p:nvPr/>
        </p:nvSpPr>
        <p:spPr>
          <a:xfrm>
            <a:off x="2222864" y="2478750"/>
            <a:ext cx="3638388" cy="813035"/>
          </a:xfrm>
          <a:prstGeom prst="roundRect">
            <a:avLst>
              <a:gd name="adj" fmla="val 10240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1200"/>
              </a:spcAft>
            </a:pPr>
            <a:r>
              <a:rPr lang="zh-TW" altLang="en-US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剩餘車位：                           個， 總共車位：                      個</a:t>
            </a:r>
            <a:endParaRPr lang="en-US" altLang="zh-TW" sz="10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spcAft>
                <a:spcPts val="1200"/>
              </a:spcAft>
            </a:pPr>
            <a:r>
              <a:rPr lang="zh-TW" altLang="en-US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鄰近地址：宜蘭縣羅東鎮</a:t>
            </a:r>
            <a:r>
              <a:rPr lang="en-US" altLang="zh-TW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xx</a:t>
            </a:r>
            <a:r>
              <a:rPr lang="zh-TW" altLang="en-US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路</a:t>
            </a:r>
            <a:r>
              <a:rPr lang="en-US" altLang="zh-TW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xx</a:t>
            </a:r>
            <a:r>
              <a:rPr lang="zh-TW" altLang="en-US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號      </a:t>
            </a:r>
            <a:r>
              <a:rPr lang="en-US" altLang="zh-TW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(Google </a:t>
            </a:r>
            <a:r>
              <a:rPr lang="zh-TW" altLang="en-US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導航       </a:t>
            </a:r>
            <a:r>
              <a:rPr lang="en-US" altLang="zh-TW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endParaRPr lang="zh-TW" altLang="en-US" sz="10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026" name="Picture 2" descr="Free Location Icon, Symbol. Download in SVG &amp; PNG Formats.">
            <a:extLst>
              <a:ext uri="{FF2B5EF4-FFF2-40B4-BE49-F238E27FC236}">
                <a16:creationId xmlns:a16="http://schemas.microsoft.com/office/drawing/2014/main" id="{551DAB19-D2CD-4946-8047-ED4F0B3D6B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5269" y="2939040"/>
            <a:ext cx="202091" cy="202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文字方塊 19">
            <a:extLst>
              <a:ext uri="{FF2B5EF4-FFF2-40B4-BE49-F238E27FC236}">
                <a16:creationId xmlns:a16="http://schemas.microsoft.com/office/drawing/2014/main" id="{7F5C8FEE-8DA9-4711-95DE-8E5C7E7D925F}"/>
              </a:ext>
            </a:extLst>
          </p:cNvPr>
          <p:cNvSpPr txBox="1"/>
          <p:nvPr/>
        </p:nvSpPr>
        <p:spPr>
          <a:xfrm>
            <a:off x="5137358" y="2577490"/>
            <a:ext cx="4995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498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E254ECC2-E24A-49D5-B30A-F53794C580C3}"/>
              </a:ext>
            </a:extLst>
          </p:cNvPr>
          <p:cNvSpPr txBox="1"/>
          <p:nvPr/>
        </p:nvSpPr>
        <p:spPr>
          <a:xfrm>
            <a:off x="3252651" y="2577490"/>
            <a:ext cx="5987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b="1" dirty="0">
                <a:solidFill>
                  <a:srgbClr val="00B05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278</a:t>
            </a:r>
            <a:endParaRPr lang="zh-TW" altLang="en-US" sz="1400" b="1" dirty="0">
              <a:solidFill>
                <a:srgbClr val="00B05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3B9AFB20-08E2-4D1E-9E36-7DE6481F41A1}"/>
              </a:ext>
            </a:extLst>
          </p:cNvPr>
          <p:cNvSpPr/>
          <p:nvPr/>
        </p:nvSpPr>
        <p:spPr>
          <a:xfrm>
            <a:off x="2235221" y="3618616"/>
            <a:ext cx="3621355" cy="2763702"/>
          </a:xfrm>
          <a:prstGeom prst="roundRect">
            <a:avLst>
              <a:gd name="adj" fmla="val 0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23" name="Picture 2" descr="Free Location Icon, Symbol. Download in SVG &amp; PNG Formats.">
            <a:extLst>
              <a:ext uri="{FF2B5EF4-FFF2-40B4-BE49-F238E27FC236}">
                <a16:creationId xmlns:a16="http://schemas.microsoft.com/office/drawing/2014/main" id="{9634E67F-AF17-4C3A-9A5B-7D58692F1C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8118" y="3970904"/>
            <a:ext cx="494533" cy="49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Free Location Icon, Symbol. Download in SVG &amp; PNG Formats.">
            <a:extLst>
              <a:ext uri="{FF2B5EF4-FFF2-40B4-BE49-F238E27FC236}">
                <a16:creationId xmlns:a16="http://schemas.microsoft.com/office/drawing/2014/main" id="{E1D0F38B-2609-4C8D-9B4B-3F8BCF3693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8559" y="5000467"/>
            <a:ext cx="494533" cy="49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" descr="Free Location Icon, Symbol. Download in SVG &amp; PNG Formats.">
            <a:extLst>
              <a:ext uri="{FF2B5EF4-FFF2-40B4-BE49-F238E27FC236}">
                <a16:creationId xmlns:a16="http://schemas.microsoft.com/office/drawing/2014/main" id="{CF1B5A6C-A501-4F73-8A9D-1B1D5B4C70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4557" y="4676871"/>
            <a:ext cx="494533" cy="49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圖形 2" descr="太陽 以實心填滿">
            <a:extLst>
              <a:ext uri="{FF2B5EF4-FFF2-40B4-BE49-F238E27FC236}">
                <a16:creationId xmlns:a16="http://schemas.microsoft.com/office/drawing/2014/main" id="{2B95A8D5-51C9-4D0F-B60B-87802C66EA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05139" y="311760"/>
            <a:ext cx="327844" cy="32784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" name="圖形 4" descr="標記 以實心填滿">
            <a:extLst>
              <a:ext uri="{FF2B5EF4-FFF2-40B4-BE49-F238E27FC236}">
                <a16:creationId xmlns:a16="http://schemas.microsoft.com/office/drawing/2014/main" id="{C03243A1-9745-4C34-A213-6F29D4D437F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59841" y="3823401"/>
            <a:ext cx="394769" cy="394769"/>
          </a:xfrm>
          <a:prstGeom prst="rect">
            <a:avLst/>
          </a:prstGeom>
        </p:spPr>
      </p:pic>
      <p:pic>
        <p:nvPicPr>
          <p:cNvPr id="26" name="圖形 25" descr="標記 以實心填滿">
            <a:extLst>
              <a:ext uri="{FF2B5EF4-FFF2-40B4-BE49-F238E27FC236}">
                <a16:creationId xmlns:a16="http://schemas.microsoft.com/office/drawing/2014/main" id="{DC419246-9818-46FB-BD4C-54C2088EC2D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437261" y="4343388"/>
            <a:ext cx="641714" cy="641714"/>
          </a:xfrm>
          <a:prstGeom prst="rect">
            <a:avLst/>
          </a:prstGeom>
          <a:effectLst>
            <a:glow rad="114300">
              <a:schemeClr val="accent4">
                <a:satMod val="175000"/>
              </a:schemeClr>
            </a:glow>
          </a:effectLst>
        </p:spPr>
      </p:pic>
      <p:pic>
        <p:nvPicPr>
          <p:cNvPr id="27" name="圖形 26" descr="標記 以實心填滿">
            <a:extLst>
              <a:ext uri="{FF2B5EF4-FFF2-40B4-BE49-F238E27FC236}">
                <a16:creationId xmlns:a16="http://schemas.microsoft.com/office/drawing/2014/main" id="{F96070DB-58E5-4290-8936-8600182A481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533292" y="4050451"/>
            <a:ext cx="585875" cy="585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68449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9B4CFCA-3F45-4582-B8F8-8E71CC605D9A}"/>
              </a:ext>
            </a:extLst>
          </p:cNvPr>
          <p:cNvSpPr/>
          <p:nvPr/>
        </p:nvSpPr>
        <p:spPr>
          <a:xfrm>
            <a:off x="2069960" y="180871"/>
            <a:ext cx="4026040" cy="633046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zh-TW" altLang="en-US" sz="1600" b="0" dirty="0">
              <a:solidFill>
                <a:schemeClr val="tx1"/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2D7C5900-9620-4CF5-9316-113C42D3DD27}"/>
              </a:ext>
            </a:extLst>
          </p:cNvPr>
          <p:cNvSpPr txBox="1"/>
          <p:nvPr/>
        </p:nvSpPr>
        <p:spPr>
          <a:xfrm>
            <a:off x="2532983" y="361682"/>
            <a:ext cx="314701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100" i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午安，出門前記得關瓦斯，帶手機、鑰匙和錢包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9E2DFEC-60BC-44AE-AA82-319A30F17DFD}"/>
              </a:ext>
            </a:extLst>
          </p:cNvPr>
          <p:cNvSpPr txBox="1"/>
          <p:nvPr/>
        </p:nvSpPr>
        <p:spPr>
          <a:xfrm>
            <a:off x="2166258" y="757209"/>
            <a:ext cx="262781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資料更新時間：</a:t>
            </a:r>
            <a:r>
              <a:rPr lang="en-US" altLang="zh-TW" sz="11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2026-05-01</a:t>
            </a:r>
            <a:r>
              <a:rPr lang="zh-TW" altLang="en-US" sz="11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1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23:50:52</a:t>
            </a:r>
            <a:endParaRPr lang="zh-TW" altLang="en-US" sz="11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462DC8E8-1CB4-48CF-BEAE-2E08FD574CF9}"/>
              </a:ext>
            </a:extLst>
          </p:cNvPr>
          <p:cNvSpPr/>
          <p:nvPr/>
        </p:nvSpPr>
        <p:spPr>
          <a:xfrm>
            <a:off x="4972594" y="801124"/>
            <a:ext cx="888658" cy="222068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更新資料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9EAD342F-0599-4991-AB7B-ED223C7F815A}"/>
              </a:ext>
            </a:extLst>
          </p:cNvPr>
          <p:cNvSpPr txBox="1"/>
          <p:nvPr/>
        </p:nvSpPr>
        <p:spPr>
          <a:xfrm>
            <a:off x="2166258" y="1069982"/>
            <a:ext cx="262781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常用地點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E40F250B-9FB2-4172-88E9-DBD52E5D6048}"/>
              </a:ext>
            </a:extLst>
          </p:cNvPr>
          <p:cNvSpPr/>
          <p:nvPr/>
        </p:nvSpPr>
        <p:spPr>
          <a:xfrm>
            <a:off x="2268583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首都羅東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6DA52E17-09D1-41C5-8E15-68AA1B8E7191}"/>
              </a:ext>
            </a:extLst>
          </p:cNvPr>
          <p:cNvSpPr/>
          <p:nvPr/>
        </p:nvSpPr>
        <p:spPr>
          <a:xfrm>
            <a:off x="3157241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公正國小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58407369-ABBD-470B-83B5-E9811ED27FB4}"/>
              </a:ext>
            </a:extLst>
          </p:cNvPr>
          <p:cNvSpPr/>
          <p:nvPr/>
        </p:nvSpPr>
        <p:spPr>
          <a:xfrm>
            <a:off x="4045899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前站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6CF9B622-2BDD-4F3C-8E15-0412977B36E6}"/>
              </a:ext>
            </a:extLst>
          </p:cNvPr>
          <p:cNvSpPr/>
          <p:nvPr/>
        </p:nvSpPr>
        <p:spPr>
          <a:xfrm>
            <a:off x="4934557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後站</a:t>
            </a:r>
          </a:p>
        </p:txBody>
      </p:sp>
      <p:pic>
        <p:nvPicPr>
          <p:cNvPr id="3" name="圖形 2" descr="太陽 以實心填滿">
            <a:extLst>
              <a:ext uri="{FF2B5EF4-FFF2-40B4-BE49-F238E27FC236}">
                <a16:creationId xmlns:a16="http://schemas.microsoft.com/office/drawing/2014/main" id="{2B95A8D5-51C9-4D0F-B60B-87802C66EA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05139" y="311760"/>
            <a:ext cx="327844" cy="32784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" name="圖形 4" descr="貓 以實心填滿">
            <a:extLst>
              <a:ext uri="{FF2B5EF4-FFF2-40B4-BE49-F238E27FC236}">
                <a16:creationId xmlns:a16="http://schemas.microsoft.com/office/drawing/2014/main" id="{CD8778E0-D3C3-4DB6-83A2-AEC461F214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05139" y="2394000"/>
            <a:ext cx="952102" cy="952102"/>
          </a:xfrm>
          <a:prstGeom prst="rect">
            <a:avLst/>
          </a:prstGeom>
        </p:spPr>
      </p:pic>
      <p:sp>
        <p:nvSpPr>
          <p:cNvPr id="26" name="文字方塊 25">
            <a:extLst>
              <a:ext uri="{FF2B5EF4-FFF2-40B4-BE49-F238E27FC236}">
                <a16:creationId xmlns:a16="http://schemas.microsoft.com/office/drawing/2014/main" id="{45D07CA7-8C74-47C7-8996-9149ADA507E6}"/>
              </a:ext>
            </a:extLst>
          </p:cNvPr>
          <p:cNvSpPr txBox="1"/>
          <p:nvPr/>
        </p:nvSpPr>
        <p:spPr>
          <a:xfrm>
            <a:off x="3250075" y="2351699"/>
            <a:ext cx="257314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網頁掛掉了</a:t>
            </a:r>
            <a:r>
              <a:rPr lang="ja-JP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ヽ</a:t>
            </a:r>
            <a:r>
              <a:rPr lang="en-US" altLang="ja-JP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ja-JP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ﾟ</a:t>
            </a:r>
            <a:r>
              <a:rPr lang="en-US" altLang="ja-JP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Д </a:t>
            </a:r>
            <a:r>
              <a:rPr lang="ja-JP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ﾟ</a:t>
            </a:r>
            <a:r>
              <a:rPr lang="en-US" altLang="ja-JP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; )</a:t>
            </a:r>
            <a:r>
              <a:rPr lang="ja-JP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ﾉ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可改去下面兩個網站試試看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  <a:hlinkClick r:id="rId6"/>
              </a:rPr>
              <a:t>停車我最大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          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  <a:hlinkClick r:id="rId7"/>
              </a:rPr>
              <a:t>宜蘭縣交通資訊</a:t>
            </a:r>
            <a:endParaRPr lang="zh-TW" alt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558090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182</Words>
  <Application>Microsoft Office PowerPoint</Application>
  <PresentationFormat>寬螢幕</PresentationFormat>
  <Paragraphs>39</Paragraphs>
  <Slides>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8" baseType="lpstr">
      <vt:lpstr>微軟正黑體</vt:lpstr>
      <vt:lpstr>Arial</vt:lpstr>
      <vt:lpstr>Calibri</vt:lpstr>
      <vt:lpstr>Calibri Light</vt:lpstr>
      <vt:lpstr>Office 佈景主題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default user</dc:creator>
  <cp:lastModifiedBy>default user</cp:lastModifiedBy>
  <cp:revision>12</cp:revision>
  <dcterms:created xsi:type="dcterms:W3CDTF">2026-05-04T16:42:59Z</dcterms:created>
  <dcterms:modified xsi:type="dcterms:W3CDTF">2026-05-05T15:48:32Z</dcterms:modified>
</cp:coreProperties>
</file>