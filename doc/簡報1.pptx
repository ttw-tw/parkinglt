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BB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4660"/>
  </p:normalViewPr>
  <p:slideViewPr>
    <p:cSldViewPr snapToGrid="0">
      <p:cViewPr>
        <p:scale>
          <a:sx n="75" d="100"/>
          <a:sy n="75" d="100"/>
        </p:scale>
        <p:origin x="341" y="-22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1FFDD4-82F1-4679-97E4-E377BBD55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C146874-3505-4F8A-AA90-C3D02D3472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D8580F-4A2C-4221-B6E1-C16C182F6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7CC3DC-613B-4B7D-B2D8-A6FE6396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ABCC0CB-1A64-4FFC-9527-CC7F750DC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9336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4AB0C0-2ACF-4E52-A2BA-DD1D27E7E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8AB46F-6DAB-4F05-B79E-FE8A093EC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6B895C-AF34-4C84-A099-9438307C6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D896E7B-5D2A-428C-AD6C-F35CD66C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318782-0932-4C23-AF70-1A6BBCCA0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3255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D2D648-A4B7-49F0-ACC8-06F512A97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8D0C1C7-42EC-4497-A3AC-93CEFC06C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DAEB15D-A4B4-4323-AC66-955C911E6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BB0381-6E8B-4A91-8512-32A3660C0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177D70-9990-41BC-851F-67FA50B7E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74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3B7F78-1FB9-4622-8828-433C78C0B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238502-AD0B-472A-85A9-4E2B0D12EA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CA244E2-C1EB-42D9-95DA-DB17452DA5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1B5928D-C9BF-412F-B91F-36207694D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DAC24CD-B7BB-4DAF-8B01-61E953F06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EA61BD6-A20A-440B-8E3B-5B0517B01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0433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270D22-07DC-457E-994B-947B1EB30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6C85BEC-FA66-4E1D-B55E-197AE21D4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7920D7-8125-466D-80DE-91544C05E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C98456D-7A58-4940-AD63-737F5EE195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4624EC16-97F0-4719-A8EE-9AE7A9D04F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136E322-250A-408D-81D7-A6916A011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5B68E33-1076-4394-955C-E6CD2B3A1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CC36D89-6D5E-43E3-BBAE-53306C05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7936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ABE581-E853-4BA2-B778-E57AF3B08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0EFE2D6-B1F1-4D8B-9400-0DC365BEB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9FBD526-521E-4FDD-9EB9-DD629F797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1E7DD36-F41D-4CD3-98DD-64B21D686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484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D76508B-530A-4A93-AD12-EFBF1D892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896519D-E327-4B02-8AFE-851B8CF84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F9978F-F7D2-4C6B-BF14-C9FBA15A8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898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E384E1-2C2F-4F2B-8D93-CF42A69E9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308DCF-5081-4C02-832A-46694B2E6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4F4F696-884E-4D79-A9BE-1C07BEA5CD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739D37-4607-4273-81CF-3BD58047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D0E5BCF-1911-4897-836E-F007A67F3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863B081-4375-4E16-B5CD-D9052E314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427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2AEF7C-33CB-4BB9-B645-9E8C1A1CE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7490C2D-6EE6-4F34-B77E-D4A1A73C70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4E54F59-96EE-47FF-9484-2E6063D09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454031D-045D-480D-8705-91497F1E9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06162C-452C-4FC1-AFAF-E610631BE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AF9DC18-8891-41B4-A2F5-2D154BB2C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672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2686FF-4F41-4678-A4A1-14D39E0BE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AD4DFFE-12F2-4B4E-AEF2-C0526DC0A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6EB278-87BD-40E8-AF54-47FBA638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5209CC-B325-4AED-A0C5-14A046A5A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4D3AFCC-7B3F-4B85-B37E-9F7F1F9F2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593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D6D77D2-94D9-4CDF-A86C-9B10740DC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6C3DFF7-3364-440C-8315-C8758E012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A832BB3-8AEE-4CB4-8C8A-3281CAD28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52CDB8-70BA-494F-9C85-4547B2ED3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C670198-C486-4AE4-86DF-D3D6E5DEA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6008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0D90920-AC73-4369-8F5C-86733F98B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8BF6B62-8D9A-4429-ABC0-16D1E7BA2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FF4C893-E28E-411E-9AD9-3CB8410AFF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0754011-1205-4058-BE76-8912CA9D46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48FDDB-74F3-4582-A18E-1DEF89D0A9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3333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心形 4">
            <a:extLst>
              <a:ext uri="{FF2B5EF4-FFF2-40B4-BE49-F238E27FC236}">
                <a16:creationId xmlns:a16="http://schemas.microsoft.com/office/drawing/2014/main" id="{86CC08AD-9107-49BC-AC76-C5667413B697}"/>
              </a:ext>
            </a:extLst>
          </p:cNvPr>
          <p:cNvSpPr/>
          <p:nvPr/>
        </p:nvSpPr>
        <p:spPr>
          <a:xfrm>
            <a:off x="2222864" y="353173"/>
            <a:ext cx="222068" cy="222068"/>
          </a:xfrm>
          <a:prstGeom prst="hear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444932" y="325707"/>
            <a:ext cx="34163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5685C1-F2ED-4072-ABAC-7FEF83714D91}"/>
              </a:ext>
            </a:extLst>
          </p:cNvPr>
          <p:cNvSpPr txBox="1"/>
          <p:nvPr/>
        </p:nvSpPr>
        <p:spPr>
          <a:xfrm>
            <a:off x="3188500" y="1959055"/>
            <a:ext cx="18359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新羅東轉運站</a:t>
            </a:r>
          </a:p>
        </p:txBody>
      </p:sp>
      <p:sp>
        <p:nvSpPr>
          <p:cNvPr id="16" name="等腰三角形 15">
            <a:extLst>
              <a:ext uri="{FF2B5EF4-FFF2-40B4-BE49-F238E27FC236}">
                <a16:creationId xmlns:a16="http://schemas.microsoft.com/office/drawing/2014/main" id="{4BD46092-6604-4817-9436-D3780D628EAD}"/>
              </a:ext>
            </a:extLst>
          </p:cNvPr>
          <p:cNvSpPr/>
          <p:nvPr/>
        </p:nvSpPr>
        <p:spPr>
          <a:xfrm rot="16200000">
            <a:off x="2888630" y="2019102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842E01F5-56EB-4331-A540-4C7989E585AE}"/>
              </a:ext>
            </a:extLst>
          </p:cNvPr>
          <p:cNvSpPr/>
          <p:nvPr/>
        </p:nvSpPr>
        <p:spPr>
          <a:xfrm rot="12600000">
            <a:off x="5052711" y="2039973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270A2DD-3F7B-4509-8586-673DAE42BB84}"/>
              </a:ext>
            </a:extLst>
          </p:cNvPr>
          <p:cNvSpPr/>
          <p:nvPr/>
        </p:nvSpPr>
        <p:spPr>
          <a:xfrm>
            <a:off x="2222864" y="2478750"/>
            <a:ext cx="3638388" cy="813035"/>
          </a:xfrm>
          <a:prstGeom prst="roundRect">
            <a:avLst>
              <a:gd name="adj" fmla="val 1024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剩餘車位：                           個， 總共車位：                      個</a:t>
            </a:r>
            <a:endParaRPr lang="en-US" altLang="zh-TW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鄰近地址：宜蘭縣羅東鎮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路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(Google 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導航 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26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551DAB19-D2CD-4946-8047-ED4F0B3D6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269" y="2939040"/>
            <a:ext cx="202091" cy="202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7F5C8FEE-8DA9-4711-95DE-8E5C7E7D925F}"/>
              </a:ext>
            </a:extLst>
          </p:cNvPr>
          <p:cNvSpPr txBox="1"/>
          <p:nvPr/>
        </p:nvSpPr>
        <p:spPr>
          <a:xfrm>
            <a:off x="5137358" y="2577490"/>
            <a:ext cx="4995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498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254ECC2-E24A-49D5-B30A-F53794C580C3}"/>
              </a:ext>
            </a:extLst>
          </p:cNvPr>
          <p:cNvSpPr txBox="1"/>
          <p:nvPr/>
        </p:nvSpPr>
        <p:spPr>
          <a:xfrm>
            <a:off x="3252651" y="2577490"/>
            <a:ext cx="5987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278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B9AFB20-08E2-4D1E-9E36-7DE6481F41A1}"/>
              </a:ext>
            </a:extLst>
          </p:cNvPr>
          <p:cNvSpPr/>
          <p:nvPr/>
        </p:nvSpPr>
        <p:spPr>
          <a:xfrm>
            <a:off x="2235221" y="3618616"/>
            <a:ext cx="3621355" cy="2763702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3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9634E67F-AF17-4C3A-9A5B-7D58692F1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982" y="4407025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E1D0F38B-2609-4C8D-9B4B-3F8BCF369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8559" y="5000467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CF1B5A6C-A501-4F73-8A9D-1B1D5B4C7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4557" y="4676871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7133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532983" y="361682"/>
            <a:ext cx="31470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100" i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5685C1-F2ED-4072-ABAC-7FEF83714D91}"/>
              </a:ext>
            </a:extLst>
          </p:cNvPr>
          <p:cNvSpPr txBox="1"/>
          <p:nvPr/>
        </p:nvSpPr>
        <p:spPr>
          <a:xfrm>
            <a:off x="3188500" y="1959055"/>
            <a:ext cx="18359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新羅東轉運站</a:t>
            </a:r>
          </a:p>
        </p:txBody>
      </p:sp>
      <p:sp>
        <p:nvSpPr>
          <p:cNvPr id="16" name="等腰三角形 15">
            <a:extLst>
              <a:ext uri="{FF2B5EF4-FFF2-40B4-BE49-F238E27FC236}">
                <a16:creationId xmlns:a16="http://schemas.microsoft.com/office/drawing/2014/main" id="{4BD46092-6604-4817-9436-D3780D628EAD}"/>
              </a:ext>
            </a:extLst>
          </p:cNvPr>
          <p:cNvSpPr/>
          <p:nvPr/>
        </p:nvSpPr>
        <p:spPr>
          <a:xfrm rot="16200000">
            <a:off x="2888630" y="2019102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842E01F5-56EB-4331-A540-4C7989E585AE}"/>
              </a:ext>
            </a:extLst>
          </p:cNvPr>
          <p:cNvSpPr/>
          <p:nvPr/>
        </p:nvSpPr>
        <p:spPr>
          <a:xfrm rot="12600000">
            <a:off x="5052711" y="2039973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270A2DD-3F7B-4509-8586-673DAE42BB84}"/>
              </a:ext>
            </a:extLst>
          </p:cNvPr>
          <p:cNvSpPr/>
          <p:nvPr/>
        </p:nvSpPr>
        <p:spPr>
          <a:xfrm>
            <a:off x="2222864" y="2478750"/>
            <a:ext cx="3638388" cy="813035"/>
          </a:xfrm>
          <a:prstGeom prst="roundRect">
            <a:avLst>
              <a:gd name="adj" fmla="val 1024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剩餘車位：                           個， 總共車位：                      個</a:t>
            </a:r>
            <a:endParaRPr lang="en-US" altLang="zh-TW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鄰近地址：宜蘭縣羅東鎮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路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(Google 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導航 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26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551DAB19-D2CD-4946-8047-ED4F0B3D6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269" y="2939040"/>
            <a:ext cx="202091" cy="202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7F5C8FEE-8DA9-4711-95DE-8E5C7E7D925F}"/>
              </a:ext>
            </a:extLst>
          </p:cNvPr>
          <p:cNvSpPr txBox="1"/>
          <p:nvPr/>
        </p:nvSpPr>
        <p:spPr>
          <a:xfrm>
            <a:off x="5137358" y="2577490"/>
            <a:ext cx="4995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498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254ECC2-E24A-49D5-B30A-F53794C580C3}"/>
              </a:ext>
            </a:extLst>
          </p:cNvPr>
          <p:cNvSpPr txBox="1"/>
          <p:nvPr/>
        </p:nvSpPr>
        <p:spPr>
          <a:xfrm>
            <a:off x="3252651" y="2577490"/>
            <a:ext cx="5987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278</a:t>
            </a:r>
            <a:endParaRPr lang="zh-TW" altLang="en-US" sz="1400" b="1" dirty="0">
              <a:solidFill>
                <a:srgbClr val="00B05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B9AFB20-08E2-4D1E-9E36-7DE6481F41A1}"/>
              </a:ext>
            </a:extLst>
          </p:cNvPr>
          <p:cNvSpPr/>
          <p:nvPr/>
        </p:nvSpPr>
        <p:spPr>
          <a:xfrm>
            <a:off x="2235221" y="3618616"/>
            <a:ext cx="3621355" cy="2763702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3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9634E67F-AF17-4C3A-9A5B-7D58692F1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982" y="4407025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E1D0F38B-2609-4C8D-9B4B-3F8BCF369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8559" y="5000467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CF1B5A6C-A501-4F73-8A9D-1B1D5B4C7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4557" y="4676871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圖形 2" descr="太陽 以實心填滿">
            <a:extLst>
              <a:ext uri="{FF2B5EF4-FFF2-40B4-BE49-F238E27FC236}">
                <a16:creationId xmlns:a16="http://schemas.microsoft.com/office/drawing/2014/main" id="{2B95A8D5-51C9-4D0F-B60B-87802C66EA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139" y="311760"/>
            <a:ext cx="327844" cy="3278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6844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124</Words>
  <Application>Microsoft Office PowerPoint</Application>
  <PresentationFormat>寬螢幕</PresentationFormat>
  <Paragraphs>26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default user</dc:creator>
  <cp:lastModifiedBy>default user</cp:lastModifiedBy>
  <cp:revision>9</cp:revision>
  <dcterms:created xsi:type="dcterms:W3CDTF">2026-05-04T16:42:59Z</dcterms:created>
  <dcterms:modified xsi:type="dcterms:W3CDTF">2026-05-04T16:55:39Z</dcterms:modified>
</cp:coreProperties>
</file>